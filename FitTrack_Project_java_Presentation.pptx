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0" y="640080"/>
            <a:ext cx="2560320" cy="50292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1325880"/>
            <a:ext cx="17373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2011680"/>
            <a:ext cx="2926080" cy="5029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2D3EE"/>
                </a:solidFill>
                <a:latin typeface="Aptos"/>
              </a:defRPr>
            </a:pPr>
            <a:r>
              <a:t>JAVA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0">
                <a:solidFill>
                  <a:srgbClr val="CFFAFE"/>
                </a:solidFill>
                <a:latin typeface="Aptos"/>
              </a:defRPr>
            </a:pPr>
            <a:r>
              <a:t>Personal Fitness Tracking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CBD5E1"/>
                </a:solidFill>
                <a:latin typeface="Aptos"/>
              </a:defRPr>
            </a:pPr>
            <a:r>
              <a:t>Built using Java Swing • AWT • Object-Oriented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436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Aptos"/>
              </a:defRPr>
            </a:pPr>
            <a:r>
              <a:t>Project Overview &amp; Code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FitTrack is a desktop application for basic fitness tracking.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Users enter their name to open the dashboard.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The app shows steps, calories burned and completed workouts.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Users can view workout plans, save fitness data and check progress.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A dark-mode toggle changes the overall interface theme.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2. Objectives &amp; 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891B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Daily fitness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Workout 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View and complete exercises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2588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891B2"/>
                </a:solidFill>
                <a:latin typeface="Aptos"/>
              </a:defRPr>
            </a:pPr>
            <a:r>
              <a:t>Fitness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Enter steps, calories and workouts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Compare steps with a 10,000-step 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65760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891B2"/>
                </a:solidFill>
                <a:latin typeface="Aptos"/>
              </a:defRPr>
            </a:pPr>
            <a:r>
              <a:t>Theme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Toggle dark mode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65760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F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Check empty names and invalid numbers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3.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Java — main programming language.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Java Swing — windows, buttons, labels, forms and lists.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AWT — layouts, colors, fonts and UI components.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ArrayList — stores workout-plan names while the app is running.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Object-oriented design — FitTrack extends JFrame.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Important scope note: this version keeps fitness data in memory; MySQL/JDBC are not integrated in this FitTrack.java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4. Application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1762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891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11827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0632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4B5563"/>
                </a:solidFill>
                <a:latin typeface="Aptos"/>
              </a:defRPr>
            </a:pPr>
            <a:r>
              <a:t>Enter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651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0B981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21762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891B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11827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30632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4B5563"/>
                </a:solidFill>
                <a:latin typeface="Aptos"/>
              </a:defRPr>
            </a:pPr>
            <a:r>
              <a:t>See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651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0B981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21762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891B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11827"/>
                </a:solidFill>
                <a:latin typeface="Aptos"/>
              </a:defRPr>
            </a:pPr>
            <a:r>
              <a:t>Choose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30632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4B5563"/>
                </a:solidFill>
                <a:latin typeface="Aptos"/>
              </a:defRPr>
            </a:pPr>
            <a:r>
              <a:t>Workout / Tracking /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2651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0B981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21762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891B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11827"/>
                </a:solidFill>
                <a:latin typeface="Aptos"/>
              </a:defRPr>
            </a:pPr>
            <a:r>
              <a:t>Update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30632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4B5563"/>
                </a:solidFill>
                <a:latin typeface="Aptos"/>
              </a:defRPr>
            </a:pPr>
            <a:r>
              <a:t>Enter values or complete workout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2651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0B981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02952" y="2011680"/>
            <a:ext cx="2011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17627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891B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1182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0632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4B5563"/>
                </a:solidFill>
                <a:latin typeface="Aptos"/>
              </a:defRPr>
            </a:pPr>
            <a:r>
              <a:t>See updated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0891B2"/>
                </a:solidFill>
                <a:latin typeface="Aptos"/>
              </a:defRPr>
            </a:pPr>
            <a:r>
              <a:t>The interface is event-driven: button clicks call methods that change the displayed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5. Class Structure &amp; Important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FitTrack extends JFrame to create the main application window.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JPanel objects divide the screen into header, sidebar and content area.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JTextField objects accept user input.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JLabel objects display headings and fitness statistics.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ArrayList&lt;String&gt; workoutPlans stores the available workout names.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steps, calories and workouts hold the current values; darkMode stores the theme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6. Code Highlight: Colors &amp;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7543800" cy="5166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7150608" cy="4828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private final Color brand50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Color.decode("#ecfeff");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private final Color brand700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Color.decode("#0e7490");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private boolean darkMode = false;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private int steps = 0;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private int calories = 0;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private int workouts = 0;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private final ArrayList&lt;String&gt; workoutPlans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new ArrayList&lt;&gt;();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Color.decode() converts a hex color to a Java Color.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darkMode records whether dark mode is active.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Fitness counters start at zero.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ArrayList holds the workout-plan 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7. Code Highlight: Login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7543800" cy="5166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7150608" cy="4828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loginButton.addActionListener(e -&gt; {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userName = nameField.getText().trim();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if (userName.isEmpty()) {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JOptionPane.showMessageDialog(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    this, "Please enter your name!"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showDashboard();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Reads the entered name.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trim() removes extra spaces at the beginning/end.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Empty input shows an error message.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A valid name opens the dashboard.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This is name-based entry, not password authentication.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8. Code Highlight: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7543800" cy="5166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7150608" cy="4828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welcomeLabel = new JLabel(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"Welcome, " + userName + "!"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stepsLabel = createStatCard(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"Daily Steps", steps + ""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caloriesLabel = createStatCard(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"Calories Burned", calories + ""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workoutLabel = createStatCard(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"Workouts Completed", workouts + ""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Shows a personalized welcome message.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Three statistic cards summarize fitness values.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createStatCard() builds a reusable UI card.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Reusing a method reduces repeated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9. Code Highlight: Workout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7543800" cy="5166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7150608" cy="4828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for (String plan : workoutPlans) {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model.addElement(plan);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JList&lt;String&gt; list = new JList&lt;&gt;(model);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completeButton.addActionListener(e -&gt; {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if (list.getSelectedIndex() == -1) {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JOptionPane.showMessageDialog(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    this, "Please select a workout!"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workouts++;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showWorkouts();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The loop adds each workout to a list model.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JList displays the available plans.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The user must select a plan before completing it.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workouts increases by one after a valid selection.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10. Code Highlight: Fitness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7543800" cy="5166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7150608" cy="4828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int newSteps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Integer.parseInt(stepsField.getText());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int newCalories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Integer.parseInt(caloriesField.getText());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int newWorkouts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Integer.parseInt(workoutField.getText());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if (newSteps &lt; 0 || newCalories &lt; 0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|| newWorkouts &lt; 0) {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JOptionPane.showMessageDialog(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    this, "Values cannot be negative!"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return;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Reads whole-number input from text fields.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parseInt() converts text to integers.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Negative values are rejected.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NumberFormatException handles non-numeric input.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Valid values update the current counters.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11. Code Highlight: Progress 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7543800" cy="5166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7150608" cy="4828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JProgressBar stepBar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new JProgressBar(0, 10000);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stepBar.setValue(Math.min(steps, 10000));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stepBar.setStringPainted(true);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stepBar.setString(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Math.min(steps, 10000) + " / 10000 steps"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Progress bar range is 0 to 10,000 steps.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Math.min() caps the displayed progress at 10,000.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setStringPainted(true) displays text on the bar.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Calories and workout count are shown below.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12. Code Highlight: Dark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7543800" cy="5166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98448"/>
            <a:ext cx="7150608" cy="4828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private void toggleDarkMode() {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darkMode = !darkMode;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applyTheme();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refreshScreen();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Color background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darkMode ? dark : brand50;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Color foreground =</a:t>
            </a:r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darkMode ? white : brand700;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B981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!darkMode flips true/false.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The ternary operator chooses theme colors.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applyTheme() updates component colors.</a:t>
            </a:r>
          </a:p>
          <a:p>
            <a:pPr>
              <a:spcAft>
                <a:spcPts val="600"/>
              </a:spcAft>
              <a:defRPr sz="1600" b="0">
                <a:solidFill>
                  <a:srgbClr val="111827"/>
                </a:solidFill>
                <a:latin typeface="Aptos"/>
              </a:defRPr>
            </a:pPr>
            <a:r>
              <a:t>• refreshScreen() asks Swing to redraw the 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13. Main Methods &amp;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891B2"/>
                </a:solidFill>
                <a:latin typeface="Aptos"/>
              </a:defRPr>
            </a:pPr>
            <a:r>
              <a:t>showLogin()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43000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t>Builds the name-entry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891B2"/>
                </a:solidFill>
                <a:latin typeface="Aptos"/>
              </a:defRPr>
            </a:pPr>
            <a:r>
              <a:t>showDashboard()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56232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t>Creates header, sidebar and content panel.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94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891B2"/>
                </a:solidFill>
                <a:latin typeface="Aptos"/>
              </a:defRPr>
            </a:pPr>
            <a:r>
              <a:t>showHome()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9464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t>Displays welcome message, cards and daily goal.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826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891B2"/>
                </a:solidFill>
                <a:latin typeface="Aptos"/>
              </a:defRPr>
            </a:pPr>
            <a:r>
              <a:t>showWorkouts()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82696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t>Lists workout plans and completes a selected workout.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95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891B2"/>
                </a:solidFill>
                <a:latin typeface="Aptos"/>
              </a:defRPr>
            </a:pPr>
            <a:r>
              <a:t>showTracking()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95928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t>Accepts and validates fitness numbers.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891B2"/>
                </a:solidFill>
                <a:latin typeface="Aptos"/>
              </a:defRPr>
            </a:pPr>
            <a:r>
              <a:t>showProgress()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09160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t>Displays steps progress, calories and workouts.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22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891B2"/>
                </a:solidFill>
                <a:latin typeface="Aptos"/>
              </a:defRPr>
            </a:pPr>
            <a:r>
              <a:t>applyTheme() / refreshScreen()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422392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827"/>
                </a:solidFill>
                <a:latin typeface="Aptos"/>
              </a:defRPr>
            </a:pPr>
            <a:r>
              <a:t>Applies colors and refreshes the interface.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14. Programming Concepts Demonstrated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 Class and object: FitTrack is a class; the running window is an object.</a:t>
            </a:r>
          </a:p>
          <a:p>
            <a:pPr>
              <a:spcAft>
                <a:spcPts val="13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 Encapsulation: fields are kept inside the class and are mostly private.</a:t>
            </a:r>
          </a:p>
          <a:p>
            <a:pPr>
              <a:spcAft>
                <a:spcPts val="13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 Event handling: button listeners respond to user actions.</a:t>
            </a:r>
          </a:p>
          <a:p>
            <a:pPr>
              <a:spcAft>
                <a:spcPts val="13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 Selection validation: a workout must be selected before completion.</a:t>
            </a:r>
          </a:p>
          <a:p>
            <a:pPr>
              <a:spcAft>
                <a:spcPts val="13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 Input validation: name must not be empty and numeric values must be valid/non-negative.</a:t>
            </a:r>
          </a:p>
          <a:p>
            <a:pPr>
              <a:spcAft>
                <a:spcPts val="13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 Exception handling: NumberFormatException is caught for invalid numeric input.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15. Current 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Data is stored only in program memory and resets when the application closes.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Login asks for a name only; it does not verify a password or register accounts.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No database connection is present in this FitTrack.java version.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Future improvement: add MySQL database integration through JDBC.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Future improvement: secure registration/login and store each user's records.</a:t>
            </a:r>
          </a:p>
          <a:p>
            <a:pPr>
              <a:spcAft>
                <a:spcPts val="13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 Future improvement: add charts, dates, reminders and exportable reports.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891B2"/>
                </a:solidFill>
                <a:latin typeface="Aptos"/>
              </a:defRPr>
            </a:pPr>
            <a:r>
              <a:t>16. How to Run the Java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0996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4B556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Install JDK (Java Development Kit).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Save the source code as FitTrack.java.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Open a terminal in the folder containing the file.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Compile: javac FitTrack.java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Run: java FitTrack</a:t>
            </a:r>
          </a:p>
          <a:p>
            <a:pPr>
              <a:spcAft>
                <a:spcPts val="1300"/>
              </a:spcAft>
              <a:defRPr sz="2200">
                <a:solidFill>
                  <a:srgbClr val="111827"/>
                </a:solidFill>
                <a:latin typeface="Aptos"/>
              </a:defRPr>
            </a:pPr>
            <a:r>
              <a:t>•  No external libraries are required for this basic Swing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891B2"/>
                </a:solidFill>
                <a:latin typeface="Aptos"/>
              </a:defRPr>
            </a:pPr>
            <a:r>
              <a:t>Note: This slide matches the supplied FitTrack.java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2D3E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FitTrack demonstrates how Java Swing can be used to build a simple desktop fitness-tracking interface with navigation, user input, workout plans and progress display.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690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0B981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BD5E1"/>
                </a:solidFill>
                <a:latin typeface="Aptos"/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